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997E-62E0-E089-89DE-89A579AA2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B270B-D2CE-8DEE-880D-4A73C0A13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6472A-28D0-A103-8290-98553314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255A-223C-7398-B242-E4F47621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007F-30D4-7239-90D0-E578013C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CF35-1069-0C8F-C8F3-7E2D4846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C827-A100-5561-BB2A-E0E6845F8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1D776-5A38-331D-E38E-B66F2F6F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52253-92A8-1304-51E3-F3E429C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06DB7-3ED6-DD20-6FF6-E8C0105E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5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CEBF-83B3-5A3F-6717-1AB8C01B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AEEAA-F65A-BE90-6B41-38184116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4CE88-BF9A-03D6-E2F4-812295A1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8DDD9-4677-00F1-179F-59B96BDA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4680-5237-43B6-83BA-400C88B6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A14D-5FC0-2E2B-3BA4-727D7694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80D7-6150-5391-69F6-6480C7AC6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2C153-1EB2-FFD2-1119-CF92D6043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17F62-4D6F-57F5-664F-8A096D8A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EFE47-FD84-4AF7-DE0B-9F4C4BBF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11DCF-6385-2565-DA9B-D10E9026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8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AE7B-ACD3-27B5-9FEF-0994EEA6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A90C7-F343-B4F0-70E3-ACCFF6EB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03454-760F-7172-F48A-ACD3D092B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D0A5E-243F-9928-1514-8107989D0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F312BD-DB0C-FA4D-2570-50A42F04D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8A5BF-C80E-9541-B11A-6EB9F998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17197-D138-A08C-5E3B-3F76D0BE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92DE3-22C6-00EF-D0DD-82D2C4DB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9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65C-33AE-C3B1-D1C6-2596914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70936-444C-2582-1376-68C52FC6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37D0A-FBD1-2FB2-D8BC-C30DAB96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78FC0-5095-DDF8-08E8-F27234AB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1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3887B-3D05-AD0E-3FF1-DF8FF0C9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120CA-9ED3-B980-B3CC-00039922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AA9F2-152F-7EF3-7083-AC83CE29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8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FFD7-9A63-A3E2-27B7-FC75E6B8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75D1-745F-6A57-40A0-37F0B33D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0ADB6-46B7-17EC-B29C-03BAB9C2E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36B4B-9B72-0F20-9BA9-40504959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BE140-479F-321C-38D4-59070474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566B6-FFFA-51EC-32A5-A5A11B15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2E2E-A8C0-FD4D-A5C5-230DEDDE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354F9-CCE5-4D28-C619-127E58886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71D6F-A288-AB3E-F9C5-6294F5BD5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902A8-54C9-7E4C-7544-7836C7E3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06290-D044-5865-8B96-6EC235BC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926CA-C005-3739-0835-DA98EC2F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9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EC44-8E11-FBB4-1ED4-C3C2686C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A15F-C9AF-7217-DCBE-3A6DB20E8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2D2E-D308-B14D-C200-2BC959F7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7BE13-74A1-8E0D-D385-EA607DAB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C623-1D3E-6E45-6494-76B59323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6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C1BB1-A518-D67A-8AE4-3C4D0AA4D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7FCFA-1EAB-7582-AEC5-C5341EBB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DA48E-14A2-6404-9D97-45B5A775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98A48-3BCD-A676-F0B0-A27B0209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C8312-F4D0-1D37-FFC7-6C97A04C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863BF-9EA9-B9C5-3F67-71C8388A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4349-B426-88FC-59E3-C76950267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6ACF5-5A67-CB76-2BAD-CA30CEF7C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7CBA9-7CBC-483A-9BD0-52D9A9515E2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30D3F-D6F1-A044-3132-EC1A47E19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26693-ADFF-7C20-61BA-2842DA1E4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75593-8970-4C59-999F-C55DF5B4F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9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5A873E-8E8B-18B1-D31B-59A8727FB1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independent informed robots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5A873E-8E8B-18B1-D31B-59A8727FB1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EFCE1-EC59-071B-7747-3720BB14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Fixed number of informed robots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1 uninformed robot</a:t>
                </a:r>
              </a:p>
              <a:p>
                <a:r>
                  <a:rPr lang="en-US" dirty="0"/>
                  <a:t>On random graph</a:t>
                </a:r>
              </a:p>
              <a:p>
                <a:pPr lvl="1"/>
                <a:r>
                  <a:rPr lang="en-US" dirty="0"/>
                  <a:t>All robot start by 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independently</a:t>
                </a:r>
              </a:p>
              <a:p>
                <a:r>
                  <a:rPr lang="en-US" dirty="0"/>
                  <a:t>Goal: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informed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not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informed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EFCE1-EC59-071B-7747-3720BB14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22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53A7BB-B73C-3DAF-8B0C-50E667FB0B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independent informed robots Derivation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53A7BB-B73C-3DAF-8B0C-50E667FB0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5F5FE-6AC6-B574-25EA-C1049310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476250" y="1503362"/>
                <a:ext cx="8696325" cy="4351338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within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within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−(1−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not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not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informed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5F5FE-6AC6-B574-25EA-C1049310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76250" y="1503362"/>
                <a:ext cx="8696325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8F47B-32CC-2AA4-3AAA-3F3F598285A2}"/>
                  </a:ext>
                </a:extLst>
              </p:cNvPr>
              <p:cNvSpPr txBox="1"/>
              <p:nvPr/>
            </p:nvSpPr>
            <p:spPr>
              <a:xfrm>
                <a:off x="400050" y="5667374"/>
                <a:ext cx="6096000" cy="923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any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robots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not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met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1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robot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for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8F47B-32CC-2AA4-3AAA-3F3F59828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667374"/>
                <a:ext cx="609600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F3D951-337C-2CDD-9124-9D99CA7986E1}"/>
              </a:ext>
            </a:extLst>
          </p:cNvPr>
          <p:cNvSpPr txBox="1"/>
          <p:nvPr/>
        </p:nvSpPr>
        <p:spPr>
          <a:xfrm>
            <a:off x="6734174" y="6221372"/>
            <a:ext cx="27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ONLY IF INDEPENDENT</a:t>
            </a:r>
          </a:p>
        </p:txBody>
      </p:sp>
    </p:spTree>
    <p:extLst>
      <p:ext uri="{BB962C8B-B14F-4D97-AF65-F5344CB8AC3E}">
        <p14:creationId xmlns:p14="http://schemas.microsoft.com/office/powerpoint/2010/main" val="421163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1EA3-BD71-D70A-B57E-A6E4E70F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meet 1 robot on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B5432-A6E9-6E36-6A9E-EC385D06B34A}"/>
                  </a:ext>
                </a:extLst>
              </p:cNvPr>
              <p:cNvSpPr txBox="1"/>
              <p:nvPr/>
            </p:nvSpPr>
            <p:spPr>
              <a:xfrm>
                <a:off x="838200" y="2133600"/>
                <a:ext cx="1541319" cy="6145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B5432-A6E9-6E36-6A9E-EC385D06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3600"/>
                <a:ext cx="1541319" cy="614592"/>
              </a:xfrm>
              <a:prstGeom prst="rect">
                <a:avLst/>
              </a:prstGeom>
              <a:blipFill>
                <a:blip r:embed="rId2"/>
                <a:stretch>
                  <a:fillRect l="-3571" t="-990" r="-1190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F7B8BF-A12E-DB22-8723-C2C21029717C}"/>
                  </a:ext>
                </a:extLst>
              </p:cNvPr>
              <p:cNvSpPr txBox="1"/>
              <p:nvPr/>
            </p:nvSpPr>
            <p:spPr>
              <a:xfrm>
                <a:off x="771524" y="1590675"/>
                <a:ext cx="6334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stochastic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initial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F7B8BF-A12E-DB22-8723-C2C21029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4" y="1590675"/>
                <a:ext cx="6334125" cy="369332"/>
              </a:xfrm>
              <a:prstGeom prst="rect">
                <a:avLst/>
              </a:prstGeom>
              <a:blipFill>
                <a:blip r:embed="rId3"/>
                <a:stretch>
                  <a:fillRect l="-866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95842-DE12-B0CD-A01E-BE6E95E9C32D}"/>
                  </a:ext>
                </a:extLst>
              </p:cNvPr>
              <p:cNvSpPr txBox="1"/>
              <p:nvPr/>
            </p:nvSpPr>
            <p:spPr>
              <a:xfrm>
                <a:off x="838200" y="3185557"/>
                <a:ext cx="5857053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⊗2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=1,2,3…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95842-DE12-B0CD-A01E-BE6E95E9C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85557"/>
                <a:ext cx="5857053" cy="7194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7BFD7F-54BB-E4C2-74DD-74D4185B6EEC}"/>
                  </a:ext>
                </a:extLst>
              </p:cNvPr>
              <p:cNvSpPr txBox="1"/>
              <p:nvPr/>
            </p:nvSpPr>
            <p:spPr>
              <a:xfrm>
                <a:off x="180974" y="5130535"/>
                <a:ext cx="4029075" cy="2819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7BFD7F-54BB-E4C2-74DD-74D4185B6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" y="5130535"/>
                <a:ext cx="4029075" cy="281937"/>
              </a:xfrm>
              <a:prstGeom prst="rect">
                <a:avLst/>
              </a:prstGeom>
              <a:blipFill>
                <a:blip r:embed="rId5"/>
                <a:stretch>
                  <a:fillRect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F72BF6-666F-402A-7596-8C2C91AFC68B}"/>
                  </a:ext>
                </a:extLst>
              </p:cNvPr>
              <p:cNvSpPr txBox="1"/>
              <p:nvPr/>
            </p:nvSpPr>
            <p:spPr>
              <a:xfrm>
                <a:off x="838200" y="4128476"/>
                <a:ext cx="4218591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⊗2</m:t>
                                      </m:r>
                                    </m:sup>
                                  </m:sSubSup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=1,2,3…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F72BF6-666F-402A-7596-8C2C91AFC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8476"/>
                <a:ext cx="4218591" cy="719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15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AE7E38-6AB7-B002-029B-23A7E518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informed robot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B3EC09-765A-46EF-F055-3E6CE459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951" y="2334382"/>
            <a:ext cx="3662216" cy="2596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B61EF1-6ABD-1C57-9F1C-82B19B0A9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5" y="2334383"/>
            <a:ext cx="3604084" cy="2596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26E6BA-3C50-8690-B561-5FFAFD4B3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005" y="2334382"/>
            <a:ext cx="3662216" cy="25964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E178AC-BADC-611F-7B4F-F6B5957086F2}"/>
                  </a:ext>
                </a:extLst>
              </p:cNvPr>
              <p:cNvSpPr txBox="1"/>
              <p:nvPr/>
            </p:nvSpPr>
            <p:spPr>
              <a:xfrm>
                <a:off x="8783449" y="5389902"/>
                <a:ext cx="4478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*Unconditioned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E178AC-BADC-611F-7B4F-F6B59570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449" y="5389902"/>
                <a:ext cx="4478189" cy="369332"/>
              </a:xfrm>
              <a:prstGeom prst="rect">
                <a:avLst/>
              </a:prstGeom>
              <a:blipFill>
                <a:blip r:embed="rId5"/>
                <a:stretch>
                  <a:fillRect l="-122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2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28E0-168B-3C5B-62FD-D19341B6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(independent informed robots)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FEF6C0-A395-16B9-952C-A1DAC756C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1" y="2509737"/>
            <a:ext cx="3707514" cy="2671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572104-9821-9B0F-1E80-0CFA99E3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417" y="2509736"/>
            <a:ext cx="3707514" cy="2671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37DC0B-04CF-D3AD-7152-78C72E7C2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224" y="2509735"/>
            <a:ext cx="3707515" cy="2671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2C49C1-18CA-C5C9-6241-EFCE225D250E}"/>
                  </a:ext>
                </a:extLst>
              </p:cNvPr>
              <p:cNvSpPr txBox="1"/>
              <p:nvPr/>
            </p:nvSpPr>
            <p:spPr>
              <a:xfrm>
                <a:off x="8190061" y="5415469"/>
                <a:ext cx="4478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*Unconditioned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2C49C1-18CA-C5C9-6241-EFCE225D2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061" y="5415469"/>
                <a:ext cx="4478189" cy="369332"/>
              </a:xfrm>
              <a:prstGeom prst="rect">
                <a:avLst/>
              </a:prstGeom>
              <a:blipFill>
                <a:blip r:embed="rId5"/>
                <a:stretch>
                  <a:fillRect l="-122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88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C7BAEA-63EA-4436-7F93-EA5BBB3270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informed robots start at same region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C7BAEA-63EA-4436-7F93-EA5BBB327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8CF24EC-54D2-44EB-CF14-337A328A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79" y="2835276"/>
            <a:ext cx="4081087" cy="2940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F871D5-E35D-4C52-269A-B810728E18C5}"/>
              </a:ext>
            </a:extLst>
          </p:cNvPr>
          <p:cNvSpPr txBox="1"/>
          <p:nvPr/>
        </p:nvSpPr>
        <p:spPr>
          <a:xfrm>
            <a:off x="723899" y="1690688"/>
            <a:ext cx="818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Starts as effectively 1 informed robot and tends toward n independent robots</a:t>
            </a:r>
          </a:p>
        </p:txBody>
      </p:sp>
    </p:spTree>
    <p:extLst>
      <p:ext uri="{BB962C8B-B14F-4D97-AF65-F5344CB8AC3E}">
        <p14:creationId xmlns:p14="http://schemas.microsoft.com/office/powerpoint/2010/main" val="260543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127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N_I  independent informed robots</vt:lpstr>
      <vt:lpstr>N_I  independent informed robots Derivation </vt:lpstr>
      <vt:lpstr>Not meet 1 robot on graph</vt:lpstr>
      <vt:lpstr>1 informed robot</vt:lpstr>
      <vt:lpstr>Results (independent informed robots)</vt:lpstr>
      <vt:lpstr>N_I  informed robots start at same region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Wong</dc:creator>
  <cp:lastModifiedBy>Benjamin Wong</cp:lastModifiedBy>
  <cp:revision>4</cp:revision>
  <dcterms:created xsi:type="dcterms:W3CDTF">2026-06-28T22:42:48Z</dcterms:created>
  <dcterms:modified xsi:type="dcterms:W3CDTF">2026-07-01T22:01:42Z</dcterms:modified>
</cp:coreProperties>
</file>